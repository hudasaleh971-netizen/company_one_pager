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AE291-706E-457B-9055-08DBB8D78D53}" v="46" dt="2026-01-16T12:25:49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da Goian" userId="dcc38325-c719-4434-986d-c387c0e4825f" providerId="ADAL" clId="{BC1D3B0A-304A-4F2B-81C9-9E6309FA31BF}"/>
    <pc:docChg chg="undo redo custSel addSld delSld modSld">
      <pc:chgData name="Huda Goian" userId="dcc38325-c719-4434-986d-c387c0e4825f" providerId="ADAL" clId="{BC1D3B0A-304A-4F2B-81C9-9E6309FA31BF}" dt="2026-01-16T12:47:30.181" v="136" actId="47"/>
      <pc:docMkLst>
        <pc:docMk/>
      </pc:docMkLst>
      <pc:sldChg chg="addSp delSp modSp mod">
        <pc:chgData name="Huda Goian" userId="dcc38325-c719-4434-986d-c387c0e4825f" providerId="ADAL" clId="{BC1D3B0A-304A-4F2B-81C9-9E6309FA31BF}" dt="2026-01-16T12:25:55.765" v="135" actId="478"/>
        <pc:sldMkLst>
          <pc:docMk/>
          <pc:sldMk cId="3997783842" sldId="256"/>
        </pc:sldMkLst>
        <pc:spChg chg="mod">
          <ac:chgData name="Huda Goian" userId="dcc38325-c719-4434-986d-c387c0e4825f" providerId="ADAL" clId="{BC1D3B0A-304A-4F2B-81C9-9E6309FA31BF}" dt="2026-01-16T12:16:00.238" v="64"/>
          <ac:spMkLst>
            <pc:docMk/>
            <pc:sldMk cId="3997783842" sldId="256"/>
            <ac:spMk id="4" creationId="{8AAC6468-AB38-36BC-5FBC-D95747F62BA1}"/>
          </ac:spMkLst>
        </pc:spChg>
        <pc:spChg chg="mod">
          <ac:chgData name="Huda Goian" userId="dcc38325-c719-4434-986d-c387c0e4825f" providerId="ADAL" clId="{BC1D3B0A-304A-4F2B-81C9-9E6309FA31BF}" dt="2026-01-16T12:24:30.153" v="121" actId="20577"/>
          <ac:spMkLst>
            <pc:docMk/>
            <pc:sldMk cId="3997783842" sldId="256"/>
            <ac:spMk id="11" creationId="{140A9DDE-3B1F-3CBC-9276-BF27E9F94D85}"/>
          </ac:spMkLst>
        </pc:spChg>
        <pc:spChg chg="mod">
          <ac:chgData name="Huda Goian" userId="dcc38325-c719-4434-986d-c387c0e4825f" providerId="ADAL" clId="{BC1D3B0A-304A-4F2B-81C9-9E6309FA31BF}" dt="2026-01-16T12:16:29.466" v="68" actId="5793"/>
          <ac:spMkLst>
            <pc:docMk/>
            <pc:sldMk cId="3997783842" sldId="256"/>
            <ac:spMk id="12" creationId="{761B7BAE-F739-16BA-3974-ECE7ED722545}"/>
          </ac:spMkLst>
        </pc:spChg>
        <pc:spChg chg="mod">
          <ac:chgData name="Huda Goian" userId="dcc38325-c719-4434-986d-c387c0e4825f" providerId="ADAL" clId="{BC1D3B0A-304A-4F2B-81C9-9E6309FA31BF}" dt="2026-01-16T12:16:13.716" v="65"/>
          <ac:spMkLst>
            <pc:docMk/>
            <pc:sldMk cId="3997783842" sldId="256"/>
            <ac:spMk id="14" creationId="{559D9DF3-6BCE-B90C-3980-09C95AF34D98}"/>
          </ac:spMkLst>
        </pc:spChg>
        <pc:spChg chg="add mod">
          <ac:chgData name="Huda Goian" userId="dcc38325-c719-4434-986d-c387c0e4825f" providerId="ADAL" clId="{BC1D3B0A-304A-4F2B-81C9-9E6309FA31BF}" dt="2026-01-16T12:25:45.213" v="132" actId="108"/>
          <ac:spMkLst>
            <pc:docMk/>
            <pc:sldMk cId="3997783842" sldId="256"/>
            <ac:spMk id="19" creationId="{D7992B6F-8BC3-72C6-7F3C-9A3085E4914A}"/>
          </ac:spMkLst>
        </pc:spChg>
        <pc:spChg chg="mod">
          <ac:chgData name="Huda Goian" userId="dcc38325-c719-4434-986d-c387c0e4825f" providerId="ADAL" clId="{BC1D3B0A-304A-4F2B-81C9-9E6309FA31BF}" dt="2026-01-16T12:17:52.938" v="76"/>
          <ac:spMkLst>
            <pc:docMk/>
            <pc:sldMk cId="3997783842" sldId="256"/>
            <ac:spMk id="33" creationId="{D15804EE-3726-0F03-5759-61A3D752B877}"/>
          </ac:spMkLst>
        </pc:spChg>
        <pc:spChg chg="add del mod">
          <ac:chgData name="Huda Goian" userId="dcc38325-c719-4434-986d-c387c0e4825f" providerId="ADAL" clId="{BC1D3B0A-304A-4F2B-81C9-9E6309FA31BF}" dt="2026-01-16T12:21:42.185" v="95" actId="1076"/>
          <ac:spMkLst>
            <pc:docMk/>
            <pc:sldMk cId="3997783842" sldId="256"/>
            <ac:spMk id="35" creationId="{45E17658-36AE-A7B3-D76A-55ABFFC708AE}"/>
          </ac:spMkLst>
        </pc:spChg>
        <pc:spChg chg="mod">
          <ac:chgData name="Huda Goian" userId="dcc38325-c719-4434-986d-c387c0e4825f" providerId="ADAL" clId="{BC1D3B0A-304A-4F2B-81C9-9E6309FA31BF}" dt="2026-01-16T12:19:27.893" v="87" actId="20577"/>
          <ac:spMkLst>
            <pc:docMk/>
            <pc:sldMk cId="3997783842" sldId="256"/>
            <ac:spMk id="37" creationId="{D36F415B-6564-01A8-FCF7-607DFD9C44B0}"/>
          </ac:spMkLst>
        </pc:spChg>
        <pc:spChg chg="mod">
          <ac:chgData name="Huda Goian" userId="dcc38325-c719-4434-986d-c387c0e4825f" providerId="ADAL" clId="{BC1D3B0A-304A-4F2B-81C9-9E6309FA31BF}" dt="2026-01-16T11:50:07.254" v="49" actId="20577"/>
          <ac:spMkLst>
            <pc:docMk/>
            <pc:sldMk cId="3997783842" sldId="256"/>
            <ac:spMk id="38" creationId="{E854B3A5-788F-C0E2-CB25-DE97B049D69F}"/>
          </ac:spMkLst>
        </pc:spChg>
        <pc:spChg chg="mod">
          <ac:chgData name="Huda Goian" userId="dcc38325-c719-4434-986d-c387c0e4825f" providerId="ADAL" clId="{BC1D3B0A-304A-4F2B-81C9-9E6309FA31BF}" dt="2026-01-16T12:18:59.483" v="84" actId="20577"/>
          <ac:spMkLst>
            <pc:docMk/>
            <pc:sldMk cId="3997783842" sldId="256"/>
            <ac:spMk id="39" creationId="{F9475AAA-C684-126E-42EA-5DF23BA5DCA9}"/>
          </ac:spMkLst>
        </pc:spChg>
        <pc:spChg chg="mod">
          <ac:chgData name="Huda Goian" userId="dcc38325-c719-4434-986d-c387c0e4825f" providerId="ADAL" clId="{BC1D3B0A-304A-4F2B-81C9-9E6309FA31BF}" dt="2026-01-16T12:18:36.591" v="81" actId="20577"/>
          <ac:spMkLst>
            <pc:docMk/>
            <pc:sldMk cId="3997783842" sldId="256"/>
            <ac:spMk id="41" creationId="{C97B64CE-148F-5240-EE55-2A2C02ADA4AE}"/>
          </ac:spMkLst>
        </pc:spChg>
        <pc:spChg chg="mod">
          <ac:chgData name="Huda Goian" userId="dcc38325-c719-4434-986d-c387c0e4825f" providerId="ADAL" clId="{BC1D3B0A-304A-4F2B-81C9-9E6309FA31BF}" dt="2026-01-16T11:50:01.935" v="37" actId="20577"/>
          <ac:spMkLst>
            <pc:docMk/>
            <pc:sldMk cId="3997783842" sldId="256"/>
            <ac:spMk id="42" creationId="{4F1B97A4-BEF6-5813-89F1-2DC7531F934E}"/>
          </ac:spMkLst>
        </pc:spChg>
        <pc:spChg chg="mod">
          <ac:chgData name="Huda Goian" userId="dcc38325-c719-4434-986d-c387c0e4825f" providerId="ADAL" clId="{BC1D3B0A-304A-4F2B-81C9-9E6309FA31BF}" dt="2026-01-16T12:18:10.123" v="78"/>
          <ac:spMkLst>
            <pc:docMk/>
            <pc:sldMk cId="3997783842" sldId="256"/>
            <ac:spMk id="43" creationId="{C968C1E7-3508-7124-FBC1-50FD63F5D32B}"/>
          </ac:spMkLst>
        </pc:spChg>
        <pc:spChg chg="mod">
          <ac:chgData name="Huda Goian" userId="dcc38325-c719-4434-986d-c387c0e4825f" providerId="ADAL" clId="{BC1D3B0A-304A-4F2B-81C9-9E6309FA31BF}" dt="2026-01-16T12:17:33.565" v="74"/>
          <ac:spMkLst>
            <pc:docMk/>
            <pc:sldMk cId="3997783842" sldId="256"/>
            <ac:spMk id="45" creationId="{80AFD1F8-5274-4C8A-4529-730A8AAEE8BD}"/>
          </ac:spMkLst>
        </pc:spChg>
        <pc:spChg chg="mod">
          <ac:chgData name="Huda Goian" userId="dcc38325-c719-4434-986d-c387c0e4825f" providerId="ADAL" clId="{BC1D3B0A-304A-4F2B-81C9-9E6309FA31BF}" dt="2026-01-16T11:49:56.365" v="25" actId="20577"/>
          <ac:spMkLst>
            <pc:docMk/>
            <pc:sldMk cId="3997783842" sldId="256"/>
            <ac:spMk id="46" creationId="{FAB801DA-5CA6-67C2-35AB-6BD6F7DACBA7}"/>
          </ac:spMkLst>
        </pc:spChg>
        <pc:spChg chg="mod">
          <ac:chgData name="Huda Goian" userId="dcc38325-c719-4434-986d-c387c0e4825f" providerId="ADAL" clId="{BC1D3B0A-304A-4F2B-81C9-9E6309FA31BF}" dt="2026-01-16T12:17:01.431" v="72"/>
          <ac:spMkLst>
            <pc:docMk/>
            <pc:sldMk cId="3997783842" sldId="256"/>
            <ac:spMk id="47" creationId="{5F3DBB5A-1159-CBDC-C53D-093D51C95502}"/>
          </ac:spMkLst>
        </pc:spChg>
        <pc:spChg chg="add mod">
          <ac:chgData name="Huda Goian" userId="dcc38325-c719-4434-986d-c387c0e4825f" providerId="ADAL" clId="{BC1D3B0A-304A-4F2B-81C9-9E6309FA31BF}" dt="2026-01-16T12:25:51.613" v="134" actId="108"/>
          <ac:spMkLst>
            <pc:docMk/>
            <pc:sldMk cId="3997783842" sldId="256"/>
            <ac:spMk id="49" creationId="{0A454C20-9E22-E6EA-8D81-93018FC8BB13}"/>
          </ac:spMkLst>
        </pc:spChg>
        <pc:grpChg chg="add del">
          <ac:chgData name="Huda Goian" userId="dcc38325-c719-4434-986d-c387c0e4825f" providerId="ADAL" clId="{BC1D3B0A-304A-4F2B-81C9-9E6309FA31BF}" dt="2026-01-16T12:20:29.471" v="89" actId="478"/>
          <ac:grpSpMkLst>
            <pc:docMk/>
            <pc:sldMk cId="3997783842" sldId="256"/>
            <ac:grpSpMk id="30" creationId="{B29E74DA-F629-F396-8B61-F1048B17B17F}"/>
          </ac:grpSpMkLst>
        </pc:grpChg>
        <pc:graphicFrameChg chg="add del mod modGraphic">
          <ac:chgData name="Huda Goian" userId="dcc38325-c719-4434-986d-c387c0e4825f" providerId="ADAL" clId="{BC1D3B0A-304A-4F2B-81C9-9E6309FA31BF}" dt="2026-01-16T12:22:58.310" v="97" actId="478"/>
          <ac:graphicFrameMkLst>
            <pc:docMk/>
            <pc:sldMk cId="3997783842" sldId="256"/>
            <ac:graphicFrameMk id="2" creationId="{2122A6BB-5C35-AC43-25D7-224EC95D8D9D}"/>
          </ac:graphicFrameMkLst>
        </pc:graphicFrameChg>
        <pc:graphicFrameChg chg="del">
          <ac:chgData name="Huda Goian" userId="dcc38325-c719-4434-986d-c387c0e4825f" providerId="ADAL" clId="{BC1D3B0A-304A-4F2B-81C9-9E6309FA31BF}" dt="2026-01-16T12:25:04.081" v="122" actId="21"/>
          <ac:graphicFrameMkLst>
            <pc:docMk/>
            <pc:sldMk cId="3997783842" sldId="256"/>
            <ac:graphicFrameMk id="17" creationId="{C6BAA850-B36B-003B-4731-46011E034AD2}"/>
          </ac:graphicFrameMkLst>
        </pc:graphicFrameChg>
        <pc:graphicFrameChg chg="del">
          <ac:chgData name="Huda Goian" userId="dcc38325-c719-4434-986d-c387c0e4825f" providerId="ADAL" clId="{BC1D3B0A-304A-4F2B-81C9-9E6309FA31BF}" dt="2026-01-16T12:25:04.081" v="122" actId="21"/>
          <ac:graphicFrameMkLst>
            <pc:docMk/>
            <pc:sldMk cId="3997783842" sldId="256"/>
            <ac:graphicFrameMk id="18" creationId="{07EA9362-EB2B-C9F1-25F4-26457C7F5447}"/>
          </ac:graphicFrameMkLst>
        </pc:graphicFrameChg>
        <pc:graphicFrameChg chg="add del mod">
          <ac:chgData name="Huda Goian" userId="dcc38325-c719-4434-986d-c387c0e4825f" providerId="ADAL" clId="{BC1D3B0A-304A-4F2B-81C9-9E6309FA31BF}" dt="2026-01-16T12:25:55.765" v="135" actId="478"/>
          <ac:graphicFrameMkLst>
            <pc:docMk/>
            <pc:sldMk cId="3997783842" sldId="256"/>
            <ac:graphicFrameMk id="50" creationId="{94B3F082-C335-A581-DAB9-E5903CB1C42F}"/>
          </ac:graphicFrameMkLst>
        </pc:graphicFrameChg>
      </pc:sldChg>
      <pc:sldChg chg="new del">
        <pc:chgData name="Huda Goian" userId="dcc38325-c719-4434-986d-c387c0e4825f" providerId="ADAL" clId="{BC1D3B0A-304A-4F2B-81C9-9E6309FA31BF}" dt="2026-01-16T12:23:52.933" v="101" actId="47"/>
        <pc:sldMkLst>
          <pc:docMk/>
          <pc:sldMk cId="1618621564" sldId="257"/>
        </pc:sldMkLst>
      </pc:sldChg>
      <pc:sldChg chg="addSp modSp new del">
        <pc:chgData name="Huda Goian" userId="dcc38325-c719-4434-986d-c387c0e4825f" providerId="ADAL" clId="{BC1D3B0A-304A-4F2B-81C9-9E6309FA31BF}" dt="2026-01-16T12:47:30.181" v="136" actId="47"/>
        <pc:sldMkLst>
          <pc:docMk/>
          <pc:sldMk cId="3501977780" sldId="257"/>
        </pc:sldMkLst>
        <pc:graphicFrameChg chg="add mod">
          <ac:chgData name="Huda Goian" userId="dcc38325-c719-4434-986d-c387c0e4825f" providerId="ADAL" clId="{BC1D3B0A-304A-4F2B-81C9-9E6309FA31BF}" dt="2026-01-16T12:25:06.963" v="124"/>
          <ac:graphicFrameMkLst>
            <pc:docMk/>
            <pc:sldMk cId="3501977780" sldId="257"/>
            <ac:graphicFrameMk id="17" creationId="{C6BAA850-B36B-003B-4731-46011E034AD2}"/>
          </ac:graphicFrameMkLst>
        </pc:graphicFrameChg>
        <pc:graphicFrameChg chg="add mod">
          <ac:chgData name="Huda Goian" userId="dcc38325-c719-4434-986d-c387c0e4825f" providerId="ADAL" clId="{BC1D3B0A-304A-4F2B-81C9-9E6309FA31BF}" dt="2026-01-16T12:25:06.963" v="124"/>
          <ac:graphicFrameMkLst>
            <pc:docMk/>
            <pc:sldMk cId="3501977780" sldId="257"/>
            <ac:graphicFrameMk id="18" creationId="{07EA9362-EB2B-C9F1-25F4-26457C7F5447}"/>
          </ac:graphicFrameMkLst>
        </pc:graphicFrameChg>
      </pc:sldChg>
      <pc:sldChg chg="add del">
        <pc:chgData name="Huda Goian" userId="dcc38325-c719-4434-986d-c387c0e4825f" providerId="ADAL" clId="{BC1D3B0A-304A-4F2B-81C9-9E6309FA31BF}" dt="2026-01-16T12:23:54.871" v="102" actId="47"/>
        <pc:sldMkLst>
          <pc:docMk/>
          <pc:sldMk cId="0" sldId="258"/>
        </pc:sldMkLst>
      </pc:sldChg>
      <pc:sldChg chg="add del">
        <pc:chgData name="Huda Goian" userId="dcc38325-c719-4434-986d-c387c0e4825f" providerId="ADAL" clId="{BC1D3B0A-304A-4F2B-81C9-9E6309FA31BF}" dt="2026-01-16T12:23:55.973" v="103" actId="47"/>
        <pc:sldMkLst>
          <pc:docMk/>
          <pc:sldMk cId="0" sldId="259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AD1A-D578-C486-3123-C82A61A16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118B1-4E69-B7C2-0643-9F4574A24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4970C-18B1-2F00-AF9F-0414482E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3B899-79BC-688B-42D9-79292E6A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7AE36-3A0F-8483-FC56-A1CF85A5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96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9D2F-2A3C-97BB-C2F1-34A08803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88BC-AAAF-F8E2-972B-30CF3A98F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96A07-59B6-3577-D2F8-99B261E5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69F8-ED7C-F1C0-B734-2B41AAA7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86BF7-E610-A1F3-3997-A992050D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188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D680-1FF0-E906-8C35-59BBE29C1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919A7-0B2D-9455-10E6-A1C3CE53F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F563B-22DA-C378-E319-8530C6A3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50A27-FD22-E4B8-3E4C-9DA1F68E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7DE95-3EBA-E02B-A5A0-D28E0A7B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0431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E137-1994-D8DB-8184-1CAB436A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8C5AC-2FBF-5F91-C74A-FE686DF14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AA245-5020-BE4A-CCD5-3A4E16DE4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EBB52-44D2-1E70-9724-E60AF043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502C3-3462-A221-66AC-3CF6B71F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350D6-2492-DEE7-E84F-2E6240F0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4828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33E0-6E37-2149-F813-E9751ABD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9792F-17D0-8625-AF44-36FF496B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FD9DC-55D9-B8ED-713A-B3B3A70F3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FB5D1-8615-3C94-1E70-5BF3F1865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D1997-D9F2-E0D7-EA9A-F496C8389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4C2F1-FF5A-2C1B-E1E3-1B3993229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7FB13-2675-4EFA-9072-D8261978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AAC55-3DFA-7C4C-F818-D7CAAA36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502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FE62-48C6-FDE9-A397-BCC12054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DB9E7-FEA4-ADFD-4B96-BCF016D6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75380-DFD6-3EE4-90E8-A1D613EC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6BEB1-028C-797B-155A-59EFFEEC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57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C2272-0C92-BB63-27DB-9F18BA26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9FED0-1EAC-BDB8-7DBD-A3425B68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337D1-9C80-A21C-65F7-9FA00FE2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6015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4985-5DAB-F2B8-68B6-6ACE0795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1EF4B-34BA-2459-77B8-A855CE04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0FD42-87C0-6111-1C2A-4AF18DB8C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09D8C-0597-F07D-CE8D-F286DDE0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739F7-437B-4968-A0FE-2C143800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EDC3C-DD20-C5FE-E798-2F3849A6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75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15D-EAFD-0E24-EF7F-61D954E8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95229-50A6-D34B-4DDC-81A14CEF9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41759-4550-09D5-CF01-5150E7DEB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7F0AB-8B6D-3223-8184-D4587C6D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75DED-1E7D-EACD-E3EC-A1B80725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EB65-F5CC-141B-12AB-FBEB0715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7759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D0C3-747B-8219-1604-ADCAF864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4B44E-978F-EE43-9EDB-894D29383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8AF65-22D7-4A43-8E61-0B92A1FD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7C410-9DEA-B70F-9DF8-B3C2A93A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4F7BC-3903-D08A-BA26-8F9DD5C3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408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983F5-3CC5-9BE3-6D83-665749424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3F612-4149-48A4-A894-8537A0249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DEC1D-EDC3-F330-0193-83D8F61B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E7EAB-6F9E-EC35-27F2-01F36A02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7F40-FF7B-4E63-83E7-B80E132C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559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F1F7C-5AB4-8E53-2A9A-B93F4DA1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EE98-9771-AA3A-096C-BC7F19C4E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BF285-CE51-890A-DC42-40E2399C7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A817-8131-B3E4-BEDB-E0F9B84A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07668-5F68-76DC-6596-7B7DA9903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246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AC6468-AB38-36BC-5FBC-D95747F62BA1}"/>
              </a:ext>
            </a:extLst>
          </p:cNvPr>
          <p:cNvSpPr txBox="1">
            <a:spLocks/>
          </p:cNvSpPr>
          <p:nvPr/>
        </p:nvSpPr>
        <p:spPr>
          <a:xfrm>
            <a:off x="609599" y="374339"/>
            <a:ext cx="8493030" cy="5018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Saksiam | n/d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529FF6-1218-522D-4F20-7A5EF9163015}"/>
              </a:ext>
            </a:extLst>
          </p:cNvPr>
          <p:cNvCxnSpPr>
            <a:cxnSpLocks/>
          </p:cNvCxnSpPr>
          <p:nvPr/>
        </p:nvCxnSpPr>
        <p:spPr>
          <a:xfrm>
            <a:off x="8096504" y="4395937"/>
            <a:ext cx="3511296" cy="476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7F720E-E7EF-42E1-0B1F-E903FD2AE32C}"/>
              </a:ext>
            </a:extLst>
          </p:cNvPr>
          <p:cNvCxnSpPr>
            <a:cxnSpLocks/>
          </p:cNvCxnSpPr>
          <p:nvPr/>
        </p:nvCxnSpPr>
        <p:spPr>
          <a:xfrm>
            <a:off x="8096504" y="1472457"/>
            <a:ext cx="3514505" cy="53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F28B65-5F4C-5DB0-BD97-EC0539518AB6}"/>
              </a:ext>
            </a:extLst>
          </p:cNvPr>
          <p:cNvCxnSpPr>
            <a:cxnSpLocks/>
          </p:cNvCxnSpPr>
          <p:nvPr/>
        </p:nvCxnSpPr>
        <p:spPr>
          <a:xfrm>
            <a:off x="4342576" y="1472990"/>
            <a:ext cx="3511296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A9D633-B72C-15A3-17B5-B5CFFA36202D}"/>
              </a:ext>
            </a:extLst>
          </p:cNvPr>
          <p:cNvCxnSpPr>
            <a:cxnSpLocks/>
          </p:cNvCxnSpPr>
          <p:nvPr/>
        </p:nvCxnSpPr>
        <p:spPr>
          <a:xfrm>
            <a:off x="588647" y="1472990"/>
            <a:ext cx="3511296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445CF9-AE1A-B90F-CA38-D7EE1DA95CE0}"/>
              </a:ext>
            </a:extLst>
          </p:cNvPr>
          <p:cNvSpPr txBox="1"/>
          <p:nvPr/>
        </p:nvSpPr>
        <p:spPr>
          <a:xfrm>
            <a:off x="4228241" y="1143001"/>
            <a:ext cx="3710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4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cs typeface="Helvetica" panose="020B0604020202020204" pitchFamily="34" charset="0"/>
              </a:rPr>
              <a:t>Key Products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48B9C-F748-6414-B0AF-C78C629B68AD}"/>
              </a:ext>
            </a:extLst>
          </p:cNvPr>
          <p:cNvSpPr txBox="1"/>
          <p:nvPr/>
        </p:nvSpPr>
        <p:spPr>
          <a:xfrm>
            <a:off x="598519" y="1143001"/>
            <a:ext cx="3513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cs typeface="Helvetica" panose="020B0604020202020204" pitchFamily="34" charset="0"/>
              </a:rPr>
              <a:t>Background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A9DDE-3B1F-3CBC-9276-BF27E9F94D85}"/>
              </a:ext>
            </a:extLst>
          </p:cNvPr>
          <p:cNvSpPr txBox="1"/>
          <p:nvPr/>
        </p:nvSpPr>
        <p:spPr>
          <a:xfrm>
            <a:off x="8006462" y="1143001"/>
            <a:ext cx="3809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Helvetica" panose="020B0604020202020204" pitchFamily="34" charset="0"/>
              </a:rPr>
              <a:t>Key Statistics in USDm (as of 2025 unless stated)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B7BAE-F739-16BA-3974-ECE7ED722545}"/>
              </a:ext>
            </a:extLst>
          </p:cNvPr>
          <p:cNvSpPr txBox="1"/>
          <p:nvPr/>
        </p:nvSpPr>
        <p:spPr>
          <a:xfrm>
            <a:off x="609600" y="1493852"/>
            <a:ext cx="3500131" cy="488852"/>
          </a:xfrm>
          <a:prstGeom prst="rect">
            <a:avLst/>
          </a:prstGeom>
          <a:noFill/>
        </p:spPr>
        <p:txBody>
          <a:bodyPr wrap="square" lIns="0" tIns="54864" rIns="0" bIns="0" rtlCol="0" anchor="t">
            <a:spAutoFit/>
          </a:bodyPr>
          <a:lstStyle/>
          <a:p>
            <a:pPr>
              <a:spcAft>
                <a:spcPts val="480"/>
              </a:spcAft>
            </a:pPr>
            <a:r>
              <a:rPr lang="en-GB" sz="1200" dirty="0"/>
              <a:t>n/d</a:t>
            </a:r>
          </a:p>
          <a:p>
            <a:pPr marL="205740" indent="-205740">
              <a:spcAft>
                <a:spcPts val="480"/>
              </a:spcAft>
              <a:buFont typeface="Wingdings" panose="05000000000000000000" pitchFamily="2" charset="2"/>
              <a:buChar char="§"/>
            </a:pPr>
            <a:endParaRPr lang="en-GB" sz="1200" dirty="0">
              <a:solidFill>
                <a:srgbClr val="13272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493F2-0918-6865-CCC6-61001B332AA1}"/>
              </a:ext>
            </a:extLst>
          </p:cNvPr>
          <p:cNvSpPr txBox="1"/>
          <p:nvPr/>
        </p:nvSpPr>
        <p:spPr>
          <a:xfrm>
            <a:off x="8086714" y="4097591"/>
            <a:ext cx="3521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Helvetica" panose="020B0604020202020204" pitchFamily="34" charset="0"/>
              </a:rPr>
              <a:t>Ownership Structure (as of 2025)</a:t>
            </a:r>
            <a:endParaRPr lang="en-AE" sz="1200" b="1" dirty="0">
              <a:cs typeface="Helvetica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9D9DF3-6BCE-B90C-3980-09C95AF34D98}"/>
              </a:ext>
            </a:extLst>
          </p:cNvPr>
          <p:cNvSpPr txBox="1"/>
          <p:nvPr/>
        </p:nvSpPr>
        <p:spPr>
          <a:xfrm>
            <a:off x="4355966" y="1493851"/>
            <a:ext cx="3511296" cy="466794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>
              <a:spcBef>
                <a:spcPts val="360"/>
              </a:spcBef>
            </a:pPr>
            <a:r>
              <a:rPr lang="en-GB" sz="1200" dirty="0"/>
              <a:t>n/d</a:t>
            </a:r>
          </a:p>
          <a:p>
            <a:pPr>
              <a:spcBef>
                <a:spcPts val="360"/>
              </a:spcBef>
            </a:pPr>
            <a:endParaRPr lang="en-GB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864C5F-4380-4856-AC75-C15A986AC840}"/>
              </a:ext>
            </a:extLst>
          </p:cNvPr>
          <p:cNvCxnSpPr>
            <a:cxnSpLocks/>
          </p:cNvCxnSpPr>
          <p:nvPr/>
        </p:nvCxnSpPr>
        <p:spPr>
          <a:xfrm>
            <a:off x="4319390" y="4395936"/>
            <a:ext cx="3511296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0214A0-C39A-161F-90D2-640008858BB4}"/>
              </a:ext>
            </a:extLst>
          </p:cNvPr>
          <p:cNvSpPr txBox="1"/>
          <p:nvPr/>
        </p:nvSpPr>
        <p:spPr>
          <a:xfrm>
            <a:off x="4319390" y="4097591"/>
            <a:ext cx="351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4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cs typeface="Helvetica" panose="020B0604020202020204" pitchFamily="34" charset="0"/>
              </a:rPr>
              <a:t>Management Team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601301-F830-CAFF-EF61-170D47A37FC0}"/>
              </a:ext>
            </a:extLst>
          </p:cNvPr>
          <p:cNvCxnSpPr>
            <a:cxnSpLocks/>
          </p:cNvCxnSpPr>
          <p:nvPr/>
        </p:nvCxnSpPr>
        <p:spPr>
          <a:xfrm>
            <a:off x="8096504" y="1472457"/>
            <a:ext cx="3514505" cy="53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7F22EB-8FB1-C5C8-8491-7E2D04819AD8}"/>
              </a:ext>
            </a:extLst>
          </p:cNvPr>
          <p:cNvCxnSpPr>
            <a:cxnSpLocks/>
          </p:cNvCxnSpPr>
          <p:nvPr/>
        </p:nvCxnSpPr>
        <p:spPr>
          <a:xfrm>
            <a:off x="8086714" y="1472457"/>
            <a:ext cx="3514505" cy="53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12D8BC-83AB-7C03-2C6D-6FDFD13ADE8B}"/>
              </a:ext>
            </a:extLst>
          </p:cNvPr>
          <p:cNvGrpSpPr/>
          <p:nvPr/>
        </p:nvGrpSpPr>
        <p:grpSpPr>
          <a:xfrm>
            <a:off x="8096505" y="1539711"/>
            <a:ext cx="3489318" cy="2070374"/>
            <a:chOff x="6747087" y="1501052"/>
            <a:chExt cx="2907765" cy="172531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88CBD0D-8B90-EAD0-74D0-C21B459E49F8}"/>
                </a:ext>
              </a:extLst>
            </p:cNvPr>
            <p:cNvGrpSpPr/>
            <p:nvPr/>
          </p:nvGrpSpPr>
          <p:grpSpPr>
            <a:xfrm>
              <a:off x="6747087" y="1501052"/>
              <a:ext cx="2907765" cy="199588"/>
              <a:chOff x="6747087" y="1501052"/>
              <a:chExt cx="2907765" cy="199588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FAB801DA-5CA6-67C2-35AB-6BD6F7DACBA7}"/>
                  </a:ext>
                </a:extLst>
              </p:cNvPr>
              <p:cNvSpPr/>
              <p:nvPr/>
            </p:nvSpPr>
            <p:spPr>
              <a:xfrm>
                <a:off x="6747087" y="1501052"/>
                <a:ext cx="2158465" cy="199588"/>
              </a:xfrm>
              <a:prstGeom prst="round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sz="1200" dirty="0">
                    <a:solidFill>
                      <a:schemeClr val="tx1"/>
                    </a:solidFill>
                  </a:rPr>
                  <a:t>Borrowers 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5F3DBB5A-1159-CBDC-C53D-093D51C95502}"/>
                  </a:ext>
                </a:extLst>
              </p:cNvPr>
              <p:cNvSpPr/>
              <p:nvPr/>
            </p:nvSpPr>
            <p:spPr>
              <a:xfrm>
                <a:off x="8990687" y="1501052"/>
                <a:ext cx="664165" cy="199588"/>
              </a:xfrm>
              <a:prstGeom prst="round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200" dirty="0">
                    <a:solidFill>
                      <a:schemeClr val="tx1"/>
                    </a:solidFill>
                  </a:rPr>
                  <a:t>{{BORROWERS_VAL}}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228B31-743F-7894-388B-A2334ED1AF41}"/>
                </a:ext>
              </a:extLst>
            </p:cNvPr>
            <p:cNvGrpSpPr/>
            <p:nvPr/>
          </p:nvGrpSpPr>
          <p:grpSpPr>
            <a:xfrm>
              <a:off x="6747087" y="1719012"/>
              <a:ext cx="2907765" cy="1507352"/>
              <a:chOff x="6747087" y="1936972"/>
              <a:chExt cx="2907765" cy="150735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3372333-71C1-6854-A909-3126EC4EA21C}"/>
                  </a:ext>
                </a:extLst>
              </p:cNvPr>
              <p:cNvGrpSpPr/>
              <p:nvPr/>
            </p:nvGrpSpPr>
            <p:grpSpPr>
              <a:xfrm>
                <a:off x="6747087" y="1936972"/>
                <a:ext cx="2907765" cy="199588"/>
                <a:chOff x="6747087" y="1936972"/>
                <a:chExt cx="2907765" cy="199588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272B2DB9-DF3F-BE43-4B66-97370351F66F}"/>
                    </a:ext>
                  </a:extLst>
                </p:cNvPr>
                <p:cNvSpPr/>
                <p:nvPr/>
              </p:nvSpPr>
              <p:spPr>
                <a:xfrm>
                  <a:off x="6747087" y="193697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Employees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80AFD1F8-5274-4C8A-4529-730A8AAEE8BD}"/>
                    </a:ext>
                  </a:extLst>
                </p:cNvPr>
                <p:cNvSpPr/>
                <p:nvPr/>
              </p:nvSpPr>
              <p:spPr>
                <a:xfrm>
                  <a:off x="8990687" y="193697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{{EMPLOYEES_VAL}}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06CAE70-3A74-8FAA-8772-6B5A0025F28B}"/>
                  </a:ext>
                </a:extLst>
              </p:cNvPr>
              <p:cNvGrpSpPr/>
              <p:nvPr/>
            </p:nvGrpSpPr>
            <p:grpSpPr>
              <a:xfrm>
                <a:off x="6747087" y="2154932"/>
                <a:ext cx="2907765" cy="199588"/>
                <a:chOff x="6747087" y="2154932"/>
                <a:chExt cx="2907765" cy="199588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4F1B97A4-BEF6-5813-89F1-2DC7531F934E}"/>
                    </a:ext>
                  </a:extLst>
                </p:cNvPr>
                <p:cNvSpPr/>
                <p:nvPr/>
              </p:nvSpPr>
              <p:spPr>
                <a:xfrm>
                  <a:off x="6747087" y="215493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Loan outstanding </a:t>
                  </a: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968C1E7-3508-7124-FBC1-50FD63F5D32B}"/>
                    </a:ext>
                  </a:extLst>
                </p:cNvPr>
                <p:cNvSpPr/>
                <p:nvPr/>
              </p:nvSpPr>
              <p:spPr>
                <a:xfrm>
                  <a:off x="8990687" y="215493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{{LOAN_OUTSTANDING_VAL}}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9E9347D-BACE-CA2E-D8E9-A9626DAFF21B}"/>
                  </a:ext>
                </a:extLst>
              </p:cNvPr>
              <p:cNvGrpSpPr/>
              <p:nvPr/>
            </p:nvGrpSpPr>
            <p:grpSpPr>
              <a:xfrm>
                <a:off x="6747087" y="2372892"/>
                <a:ext cx="2907765" cy="199588"/>
                <a:chOff x="6747087" y="2372892"/>
                <a:chExt cx="2907765" cy="199588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C81FD8F6-FCFD-23FC-8103-0FB4387BDF04}"/>
                    </a:ext>
                  </a:extLst>
                </p:cNvPr>
                <p:cNvSpPr/>
                <p:nvPr/>
              </p:nvSpPr>
              <p:spPr>
                <a:xfrm>
                  <a:off x="6747087" y="237289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PAR &gt; 30</a:t>
                  </a: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C97B64CE-148F-5240-EE55-2A2C02ADA4AE}"/>
                    </a:ext>
                  </a:extLst>
                </p:cNvPr>
                <p:cNvSpPr/>
                <p:nvPr/>
              </p:nvSpPr>
              <p:spPr>
                <a:xfrm>
                  <a:off x="8990687" y="237289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{{PAR_30_VAL}}#</a:t>
                  </a:r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EA47CFA-9867-B51F-DD78-06669AA9B9A2}"/>
                  </a:ext>
                </a:extLst>
              </p:cNvPr>
              <p:cNvGrpSpPr/>
              <p:nvPr/>
            </p:nvGrpSpPr>
            <p:grpSpPr>
              <a:xfrm>
                <a:off x="6747087" y="2590852"/>
                <a:ext cx="2907765" cy="199588"/>
                <a:chOff x="6747087" y="2590852"/>
                <a:chExt cx="2907765" cy="199588"/>
              </a:xfrm>
            </p:grpSpPr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E854B3A5-788F-C0E2-CB25-DE97B049D69F}"/>
                    </a:ext>
                  </a:extLst>
                </p:cNvPr>
                <p:cNvSpPr/>
                <p:nvPr/>
              </p:nvSpPr>
              <p:spPr>
                <a:xfrm>
                  <a:off x="6747087" y="259085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Disbursals </a:t>
                  </a: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F9475AAA-C684-126E-42EA-5DF23BA5DCA9}"/>
                    </a:ext>
                  </a:extLst>
                </p:cNvPr>
                <p:cNvSpPr/>
                <p:nvPr/>
              </p:nvSpPr>
              <p:spPr>
                <a:xfrm>
                  <a:off x="8990687" y="259085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{{DISBURSALS_VAL}}#</a:t>
                  </a:r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737EAB3-CE80-381B-9DA3-1960F1776CC7}"/>
                  </a:ext>
                </a:extLst>
              </p:cNvPr>
              <p:cNvGrpSpPr/>
              <p:nvPr/>
            </p:nvGrpSpPr>
            <p:grpSpPr>
              <a:xfrm>
                <a:off x="6747087" y="2808812"/>
                <a:ext cx="2907765" cy="199588"/>
                <a:chOff x="6747087" y="2808812"/>
                <a:chExt cx="2907765" cy="199588"/>
              </a:xfrm>
            </p:grpSpPr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B48CC47D-E690-7E34-91DE-270F922FBAC6}"/>
                    </a:ext>
                  </a:extLst>
                </p:cNvPr>
                <p:cNvSpPr/>
                <p:nvPr/>
              </p:nvSpPr>
              <p:spPr>
                <a:xfrm>
                  <a:off x="6747087" y="280881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Equity </a:t>
                  </a: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D36F415B-6564-01A8-FCF7-607DFD9C44B0}"/>
                    </a:ext>
                  </a:extLst>
                </p:cNvPr>
                <p:cNvSpPr/>
                <p:nvPr/>
              </p:nvSpPr>
              <p:spPr>
                <a:xfrm>
                  <a:off x="8990687" y="280881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{{EQUITY_VAL}}#</a:t>
                  </a:r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29E74DA-F629-F396-8B61-F1048B17B17F}"/>
                  </a:ext>
                </a:extLst>
              </p:cNvPr>
              <p:cNvGrpSpPr/>
              <p:nvPr/>
            </p:nvGrpSpPr>
            <p:grpSpPr>
              <a:xfrm>
                <a:off x="6747087" y="3026772"/>
                <a:ext cx="2907765" cy="199588"/>
                <a:chOff x="6747087" y="3026772"/>
                <a:chExt cx="2907765" cy="199588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82A67B7A-B2DB-B3E4-A6A6-33F44481D919}"/>
                    </a:ext>
                  </a:extLst>
                </p:cNvPr>
                <p:cNvSpPr/>
                <p:nvPr/>
              </p:nvSpPr>
              <p:spPr>
                <a:xfrm>
                  <a:off x="6747087" y="302677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Net income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45E17658-36AE-A7B3-D76A-55ABFFC708AE}"/>
                    </a:ext>
                  </a:extLst>
                </p:cNvPr>
                <p:cNvSpPr/>
                <p:nvPr/>
              </p:nvSpPr>
              <p:spPr>
                <a:xfrm>
                  <a:off x="8990687" y="302677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{{NET_INCOME_VAL}}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A8EEDF8-DEE0-AC1C-A836-2F0DDC2C1D64}"/>
                  </a:ext>
                </a:extLst>
              </p:cNvPr>
              <p:cNvGrpSpPr/>
              <p:nvPr/>
            </p:nvGrpSpPr>
            <p:grpSpPr>
              <a:xfrm>
                <a:off x="6747087" y="3244736"/>
                <a:ext cx="2907765" cy="199588"/>
                <a:chOff x="6747087" y="3244736"/>
                <a:chExt cx="2907765" cy="199588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A3561995-BEC1-E8B8-47C0-2DF2A9DB1847}"/>
                    </a:ext>
                  </a:extLst>
                </p:cNvPr>
                <p:cNvSpPr/>
                <p:nvPr/>
              </p:nvSpPr>
              <p:spPr>
                <a:xfrm>
                  <a:off x="6747087" y="3244736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Credit rating</a:t>
                  </a: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D15804EE-3726-0F03-5759-61A3D752B877}"/>
                    </a:ext>
                  </a:extLst>
                </p:cNvPr>
                <p:cNvSpPr/>
                <p:nvPr/>
              </p:nvSpPr>
              <p:spPr>
                <a:xfrm>
                  <a:off x="8990687" y="3244736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{{CREDIT_RATING_VAL}}</a:t>
                  </a:r>
                </a:p>
                <a:p>
                  <a:pPr algn="r"/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7992B6F-8BC3-72C6-7F3C-9A3085E4914A}"/>
              </a:ext>
            </a:extLst>
          </p:cNvPr>
          <p:cNvSpPr txBox="1"/>
          <p:nvPr/>
        </p:nvSpPr>
        <p:spPr>
          <a:xfrm>
            <a:off x="4228241" y="4585244"/>
            <a:ext cx="3036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</a:rPr>
              <a:t>No management data available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454C20-9E22-E6EA-8D81-93018FC8BB13}"/>
              </a:ext>
            </a:extLst>
          </p:cNvPr>
          <p:cNvSpPr txBox="1"/>
          <p:nvPr/>
        </p:nvSpPr>
        <p:spPr>
          <a:xfrm>
            <a:off x="8086714" y="4570260"/>
            <a:ext cx="3036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</a:rPr>
              <a:t>No shareholder data available</a:t>
            </a:r>
          </a:p>
        </p:txBody>
      </p:sp>
    </p:spTree>
    <p:extLst>
      <p:ext uri="{BB962C8B-B14F-4D97-AF65-F5344CB8AC3E}">
        <p14:creationId xmlns:p14="http://schemas.microsoft.com/office/powerpoint/2010/main" val="3997783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Huda Goian</dc:creator>
  <cp:lastModifiedBy>Huda Goian</cp:lastModifiedBy>
  <cp:revision>1</cp:revision>
  <dcterms:created xsi:type="dcterms:W3CDTF">2026-01-16T11:43:42Z</dcterms:created>
  <dcterms:modified xsi:type="dcterms:W3CDTF">2026-01-16T12:47:34Z</dcterms:modified>
</cp:coreProperties>
</file>